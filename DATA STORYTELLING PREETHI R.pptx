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41" autoAdjust="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HI R" userId="e7bc0825d70238f9" providerId="LiveId" clId="{573AC563-8EE4-4DB8-87C2-37239B44B442}"/>
    <pc:docChg chg="modSld">
      <pc:chgData name="PREETHI R" userId="e7bc0825d70238f9" providerId="LiveId" clId="{573AC563-8EE4-4DB8-87C2-37239B44B442}" dt="2026-07-09T13:22:42.177" v="4" actId="1076"/>
      <pc:docMkLst>
        <pc:docMk/>
      </pc:docMkLst>
      <pc:sldChg chg="addSp modSp mod">
        <pc:chgData name="PREETHI R" userId="e7bc0825d70238f9" providerId="LiveId" clId="{573AC563-8EE4-4DB8-87C2-37239B44B442}" dt="2026-07-09T13:22:42.177" v="4" actId="1076"/>
        <pc:sldMkLst>
          <pc:docMk/>
          <pc:sldMk cId="819648794" sldId="259"/>
        </pc:sldMkLst>
        <pc:picChg chg="mod">
          <ac:chgData name="PREETHI R" userId="e7bc0825d70238f9" providerId="LiveId" clId="{573AC563-8EE4-4DB8-87C2-37239B44B442}" dt="2026-07-09T13:21:39.862" v="1" actId="1076"/>
          <ac:picMkLst>
            <pc:docMk/>
            <pc:sldMk cId="819648794" sldId="259"/>
            <ac:picMk id="5" creationId="{4BD0D291-FB4F-73E7-8B22-112367E23F2C}"/>
          </ac:picMkLst>
        </pc:picChg>
        <pc:picChg chg="add mod">
          <ac:chgData name="PREETHI R" userId="e7bc0825d70238f9" providerId="LiveId" clId="{573AC563-8EE4-4DB8-87C2-37239B44B442}" dt="2026-07-09T13:22:42.177" v="4" actId="1076"/>
          <ac:picMkLst>
            <pc:docMk/>
            <pc:sldMk cId="819648794" sldId="259"/>
            <ac:picMk id="7" creationId="{0A86E031-1A47-2570-FD7F-992C312AC69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0E99-DA9E-D9E8-8009-8EB06D757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6C5A-0B4C-83F2-06BE-308DE171E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5995B-EDE2-2876-5723-44ACCE92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CE9E-426A-5E46-593A-82138DB6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65AA-A1D3-EFCF-A0C9-62E8F46E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08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2BA2-C615-4DB2-8FC3-4F86AAE1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5D151-5859-51DA-8114-F50FE005A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10C75-D545-DF9D-20C5-11B74922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506AD-2FE6-9058-D2A2-8609E131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D15C2-2A51-7956-B1AF-1E5A347D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6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7041-CB1E-6721-8B94-C410F479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76786-8775-3A6D-7D23-6F1F0BC03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223E5-65CF-244D-BEF8-EC08E3CC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7E50E-5111-5123-1F43-00C9642D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D0519-F2DE-5A77-1067-BE5DA5FD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59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0E67-52A8-1486-5839-AD129402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BD160-B5AE-17B8-42C7-CA13E593C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30EE6-41E4-8E57-C931-94C9A8167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B2DA5-397E-2506-5ED2-BF339E52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58DC7-8A98-2CCF-D44F-5DC95407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402C0-70E9-09A1-0B46-FB173490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6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FE09-CF70-0975-8060-307CB511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F1EE8-4724-B679-8341-2E2B1DA62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5B9F3-1C18-C15A-8B0D-17411C423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CB310-7C40-7023-4E8F-21082380F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165DB-E248-39D3-550C-91FD44714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D0A94-EEDC-FEE9-AD7B-BFF9BDAF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7ACF3-16F3-6A15-5CCA-59066081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516F7-E4F2-9124-1D09-1D710DBD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70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3EEF-BAE5-75A9-9384-1EA05ECA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E1C9F-AB13-15B5-94D1-63C60819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F59F7-4D27-0620-4AE5-2A787807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088A6-4BEE-81CB-3CB9-A26347A35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2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3B7F8-1AA3-52B9-F952-301ECB3F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4BB5E-7507-9BC2-6A6C-F4671A8F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8BCA5-FC49-4F3A-1D59-CB14A72F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18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4060-25AD-CA5B-61CB-E6C3CD8BE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8238-BBB0-2E07-68F8-372333CDD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5E37-3E75-4E74-5B54-36EDDA52D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33F3C-FDE7-FABD-5568-38BEA600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E4AFE-55D2-A68F-1F29-5A1CC719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DBF9E-CCB3-34DC-BA37-1F0980E0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88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598D-29F4-53EC-97D9-EE0DB0D78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97133E-0341-383B-7D40-BBAA32BC9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BDB37-367F-16D2-D64D-629409B82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499D4-9591-2529-010C-AB8AC1F4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325EE-1C00-1C1A-C8BE-0B67B5F1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C8AF4-BEAB-1E48-43FE-87A47672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08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75E8-6266-FA64-9E51-71F5C5D9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31F0F-A59D-47A5-78DA-E219563EC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EC7A7-2250-497C-C383-4F05F556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EE25C-9D44-3239-BB88-DC18D6B4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75F71-504D-5D80-0F94-F6B4E1CB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58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BAFD3-A0BA-D7C9-2196-1F14CF0F5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431A6-C80D-C866-2828-E96D39064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2DEF7-AD8A-4D98-61D2-55B4F985F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E1E7E-6790-D20A-A6FD-0E2A1023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5AB5E-0241-19F6-6FC4-527D9E02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99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393B6-DED7-6DC4-9954-8007C6A5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0D01F-4B05-D619-981C-97409B362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13F9E-DB7C-4559-88A9-9CFA7EE99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9C57A-2D0C-4EEB-88D8-973763632D5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A1F97-E9CF-3403-926E-B4A2C9F21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DB875-343B-BFF7-B088-0A1457932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72273-31D3-4B49-A801-C4DD96219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986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7DEF6-C42D-8C25-6220-8FFB3BDA2F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STORYINGTELLING &amp; STATISTICAL VALIDATION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F3776-94B8-934D-4645-AF2B21500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:PREETHI R</a:t>
            </a:r>
          </a:p>
          <a:p>
            <a:r>
              <a:rPr lang="en-US" dirty="0" err="1"/>
              <a:t>ApexPlanet</a:t>
            </a:r>
            <a:r>
              <a:rPr lang="en-US" dirty="0"/>
              <a:t> Data Analytics internship</a:t>
            </a:r>
          </a:p>
          <a:p>
            <a:r>
              <a:rPr lang="en-US" dirty="0"/>
              <a:t>TASK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07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84EC-9EE0-D51C-8711-C28E3C9E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EF39-EFE0-0A9E-53AB-8EED845E5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2"/>
            <a:r>
              <a:rPr lang="en-US" dirty="0"/>
              <a:t>Analyze sales performance using Power BI.</a:t>
            </a:r>
          </a:p>
          <a:p>
            <a:pPr lvl="2"/>
            <a:r>
              <a:rPr lang="en-US" dirty="0"/>
              <a:t>Identify business insights.</a:t>
            </a:r>
          </a:p>
          <a:p>
            <a:pPr lvl="2"/>
            <a:r>
              <a:rPr lang="en-US" dirty="0"/>
              <a:t>Support data-driven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55897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0F9C-CDDA-018E-5FBB-914FF4D4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7909-BB6B-4EAD-FACC-3C24E448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 </a:t>
            </a:r>
          </a:p>
          <a:p>
            <a:pPr lvl="2"/>
            <a:r>
              <a:rPr lang="en-US" dirty="0"/>
              <a:t>Sales Data</a:t>
            </a:r>
          </a:p>
          <a:p>
            <a:pPr lvl="2"/>
            <a:r>
              <a:rPr lang="en-US" dirty="0"/>
              <a:t>Order Data</a:t>
            </a:r>
          </a:p>
          <a:p>
            <a:pPr lvl="2"/>
            <a:r>
              <a:rPr lang="en-US" dirty="0"/>
              <a:t>Product Category</a:t>
            </a:r>
          </a:p>
          <a:p>
            <a:pPr lvl="2"/>
            <a:r>
              <a:rPr lang="en-US" dirty="0"/>
              <a:t>City</a:t>
            </a:r>
          </a:p>
          <a:p>
            <a:pPr lvl="2"/>
            <a:r>
              <a:rPr lang="en-US" dirty="0"/>
              <a:t>Gender</a:t>
            </a:r>
          </a:p>
          <a:p>
            <a:pPr lvl="2"/>
            <a:r>
              <a:rPr lang="en-US" dirty="0"/>
              <a:t>Order Date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TOOLS USED:</a:t>
            </a:r>
          </a:p>
          <a:p>
            <a:pPr lvl="3"/>
            <a:r>
              <a:rPr lang="en-US" dirty="0"/>
              <a:t>MICROSOFT EXCEL</a:t>
            </a:r>
          </a:p>
          <a:p>
            <a:pPr lvl="3"/>
            <a:r>
              <a:rPr lang="en-US" dirty="0"/>
              <a:t>POER BI</a:t>
            </a:r>
          </a:p>
        </p:txBody>
      </p:sp>
    </p:spTree>
    <p:extLst>
      <p:ext uri="{BB962C8B-B14F-4D97-AF65-F5344CB8AC3E}">
        <p14:creationId xmlns:p14="http://schemas.microsoft.com/office/powerpoint/2010/main" val="330297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3F6E-6EEA-84AC-AA81-B9814D9C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D0D291-FB4F-73E7-8B22-112367E23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845" y="1805746"/>
            <a:ext cx="5394155" cy="2865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86E031-1A47-2570-FD7F-992C312AC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739" y="1846538"/>
            <a:ext cx="5394155" cy="286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4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7E83-8C6B-EEC1-7611-4E12B664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E54F-601D-C206-C6C9-437F426EC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4139" cy="2696679"/>
          </a:xfrm>
        </p:spPr>
        <p:txBody>
          <a:bodyPr/>
          <a:lstStyle/>
          <a:p>
            <a:r>
              <a:rPr lang="en-US" dirty="0"/>
              <a:t>Total Sales: 139.40M</a:t>
            </a:r>
          </a:p>
          <a:p>
            <a:r>
              <a:rPr lang="en-US" dirty="0"/>
              <a:t>Total Orders: 1K</a:t>
            </a:r>
          </a:p>
          <a:p>
            <a:r>
              <a:rPr lang="en-US" dirty="0"/>
              <a:t>Average Sales: 139.40K</a:t>
            </a:r>
          </a:p>
          <a:p>
            <a:r>
              <a:rPr lang="en-US" dirty="0"/>
              <a:t>Total Quantity: 5K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139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6E43-5C16-135B-FDF5-8D5154D2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F25ED-F07A-F3C6-E719-82844ED21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64826" cy="4187549"/>
          </a:xfrm>
        </p:spPr>
        <p:txBody>
          <a:bodyPr>
            <a:normAutofit/>
          </a:bodyPr>
          <a:lstStyle/>
          <a:p>
            <a:r>
              <a:rPr lang="en-US" dirty="0"/>
              <a:t>Improve sales in low-performing categories.</a:t>
            </a:r>
          </a:p>
          <a:p>
            <a:r>
              <a:rPr lang="en-US" dirty="0"/>
              <a:t>Maintain inventory for high-demand products.</a:t>
            </a:r>
          </a:p>
          <a:p>
            <a:r>
              <a:rPr lang="en-US" dirty="0"/>
              <a:t>Increase marketing efforts.</a:t>
            </a:r>
          </a:p>
          <a:p>
            <a:r>
              <a:rPr lang="en-US" dirty="0"/>
              <a:t>Monitor monthly sales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49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9D7D-B41F-CA37-A317-9C814941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VALIDATION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5A12-F885-3F95-D86F-02569B77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16548" cy="3531566"/>
          </a:xfrm>
        </p:spPr>
        <p:txBody>
          <a:bodyPr/>
          <a:lstStyle/>
          <a:p>
            <a:r>
              <a:rPr lang="en-US" dirty="0"/>
              <a:t>Null Hypothesis (H₀): There is no significant difference in total sales among product categories.</a:t>
            </a:r>
          </a:p>
          <a:p>
            <a:r>
              <a:rPr lang="en-US" dirty="0"/>
              <a:t>Alternative Hypothesis (H₁): There is a significant difference in total sales among product categories.</a:t>
            </a:r>
          </a:p>
          <a:p>
            <a:r>
              <a:rPr lang="en-US" dirty="0"/>
              <a:t>Conclusion: Sales vary across product categories, suggesting category influences sales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06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B835-ECBA-1E11-7390-80EA2CB9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9176B-3B8F-33DD-9D46-40348D87B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67461" cy="3094245"/>
          </a:xfrm>
        </p:spPr>
        <p:txBody>
          <a:bodyPr/>
          <a:lstStyle/>
          <a:p>
            <a:r>
              <a:rPr lang="en-US" dirty="0"/>
              <a:t>The Power BI dashboard provided valuable insights into sales performance. The analysis helps businesses understand trends, improve decision-making, and focus on increasing sales and profitability.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039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180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STORYINGTELLING &amp; STATISTICAL VALIDATION </vt:lpstr>
      <vt:lpstr>PROJECT OBJECTIVE </vt:lpstr>
      <vt:lpstr>DATASET OVERVIEW</vt:lpstr>
      <vt:lpstr>POWER BI DASHBOARD </vt:lpstr>
      <vt:lpstr>KEY INSIGHTS</vt:lpstr>
      <vt:lpstr>BUSINESS RECOMMENDATION </vt:lpstr>
      <vt:lpstr>STATISTICAL VALIDATION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 R</dc:creator>
  <cp:lastModifiedBy>PREETHI R</cp:lastModifiedBy>
  <cp:revision>1</cp:revision>
  <dcterms:created xsi:type="dcterms:W3CDTF">2026-07-09T13:00:12Z</dcterms:created>
  <dcterms:modified xsi:type="dcterms:W3CDTF">2026-07-09T13:22:42Z</dcterms:modified>
</cp:coreProperties>
</file>